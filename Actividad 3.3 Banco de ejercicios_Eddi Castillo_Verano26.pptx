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75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1448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19252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9393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54596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3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72271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283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95011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181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2913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12667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5362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70822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172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7757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42533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41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175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01686" y="1042417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Instituto Tecnológico de Frontera Comalapa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500" b="1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Modalidad Mixta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590800" y="1097280"/>
            <a:ext cx="6858000" cy="5212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Cómputo en la Nube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Semestre: Sexto semestre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Especialidad: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en </a:t>
            </a:r>
            <a:r>
              <a:rPr lang="en-US" sz="13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Computacionales</a:t>
            </a:r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Nombre</a:t>
            </a:r>
            <a:r>
              <a:rPr lang="es-MX" sz="1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del</a:t>
            </a:r>
            <a:r>
              <a:rPr lang="es-MX" sz="140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spc="-10" dirty="0">
                <a:latin typeface="Arial" panose="020B0604020202020204" pitchFamily="34" charset="0"/>
                <a:cs typeface="Arial" panose="020B0604020202020204" pitchFamily="34" charset="0"/>
              </a:rPr>
              <a:t>docente:</a:t>
            </a: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400" dirty="0">
                <a:latin typeface="Arial" panose="020B0604020202020204" pitchFamily="34" charset="0"/>
                <a:ea typeface="Arial" panose="020B0604020202020204" pitchFamily="34" charset="0"/>
              </a:rPr>
              <a:t>Ing. Francisco Javier Mingo Velázquez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Número de control: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231260005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del alumno: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Eddi Uriel Castillo Sánchez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del trabajo: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</a:t>
            </a:r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3.3 Banco de </a:t>
            </a:r>
            <a:r>
              <a:rPr lang="en-US" sz="13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Fecha de entrega: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Frontera Comalapa, Chiapas,08 de julio de 2026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89760" y="6510528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82200" y="656539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EE7B6A96-4A6C-4A89-FB5D-FF60212C2A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1076" y="189879"/>
            <a:ext cx="5561326" cy="6330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0120" y="2441448"/>
            <a:ext cx="10698480" cy="2423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</a:rPr>
              <a:t>En este banco de ejercicios se muestra la comprobación de dos aplicaciones web desplegadas en una VPS de Google Cloud y publicadas por medio de Nginx. La práctica se enfocó en revisar que las aplicaciones ya no se consultaran solamente con IP y puerto, sino usando rutas públicas más ordenadas. Para ello se trabajó con la aplicación Departamento de Ingenierías y la aplicación de Residencias, las cuales se redirigieron desde Nginx hacia sus puertos internos. Con estos ejercicios se busca dejar evidencia sencilla de que el proxy funciona y que cada ruta abre la aplicación correcta.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24712" y="4123944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24712" y="4416552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19672" y="4123944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19672" y="4416552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29132"/>
            <a:ext cx="10607040" cy="2240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</a:rPr>
              <a:t>La realización de estos ejercicios es importante porque permite comprobar que Nginx está funcionando como intermediario entre el usuario y las aplicaciones internas del servidor. Si cada sistema se expone directamente con su puerto, el acceso se vuelve menos práctico y también más difícil de administrar. Al usar Nginx, las peticiones entran por el puerto 80 y después son enviadas a la aplicación que corresponde. Esto ayuda a tener una mejor organización, facilita el uso de un dominio público y permite documentar de manera clara el resultado final de la práctica.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3849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53712" y="3849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3712" y="4142232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19872" y="384962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119872" y="4142232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1: Revisar las aplicaciones internas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Antes de probar Nginx se identifica qué aplicación corre en cada puerto del servidor.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5212080" cy="1234440"/>
          </a:xfrm>
          <a:prstGeom prst="roundRect">
            <a:avLst>
              <a:gd name="adj" fmla="val 370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84248"/>
            <a:ext cx="493776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departamento-ingenierias  →  localhost:8081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residencias               →  localhost:8082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                     →  puerto público 80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29000"/>
            <a:ext cx="50749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En este paso se reconoce que las aplicaciones no se van a exponer directamente con su puerto. La idea es dejar a Nginx como entrada principal y que él decida a cuál servicio enviar la petición según la ruta solicitada.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92024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066544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65392" y="2359152"/>
            <a:ext cx="4471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La ruta /departamento/ debe abrir el sistema Departamento de Ingenierías.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La ruta /residencias/ debe abrir el sistema de Residencias.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425196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398264"/>
            <a:ext cx="4471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Observación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65392" y="4690872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Con esto se evita escribir en el navegador direcciones como IP:8081 o IP:8082.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2: Revisar el archivo de Nginx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Se revisa el archivo mis-apps donde se configuraron las dos rutas del reverse proxy.</a:t>
            </a:r>
            <a:endParaRPr lang="en-US" sz="1250" dirty="0"/>
          </a:p>
        </p:txBody>
      </p:sp>
      <p:pic>
        <p:nvPicPr>
          <p:cNvPr id="7" name="Image 0" descr="/mnt/data/imgen_extract/imgen/Captura desde 2026-07-11 00-54-30.png"/>
          <p:cNvPicPr>
            <a:picLocks noChangeAspect="1"/>
          </p:cNvPicPr>
          <p:nvPr/>
        </p:nvPicPr>
        <p:blipFill>
          <a:blip r:embed="rId3"/>
          <a:srcRect l="10646" r="10646"/>
          <a:stretch/>
        </p:blipFill>
        <p:spPr>
          <a:xfrm>
            <a:off x="685800" y="1737360"/>
            <a:ext cx="658368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874520"/>
            <a:ext cx="3703320" cy="18288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99832" y="202082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Lo que se revisó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99832" y="2313432"/>
            <a:ext cx="3374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1. listen 80 para recibir peticiones HTTP.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2. location /departamento/ apuntando a localhost:8081.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3. location /residencias/ apuntando a localhost:8082.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635240" y="39776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99832" y="412394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99832" y="4416552"/>
            <a:ext cx="3374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El archivo debe quedar sin errores de escritura y con las dos rutas listas para que Nginx las utilice.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3: Probar la sintaxis y reiniciar el servicio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Antes de usar el navegador se valida que Nginx acepte la configuración.</a:t>
            </a:r>
            <a:endParaRPr lang="en-US" sz="1250" dirty="0"/>
          </a:p>
        </p:txBody>
      </p:sp>
      <p:pic>
        <p:nvPicPr>
          <p:cNvPr id="7" name="Image 0" descr="/mnt/data/imgen_extract/imgen/Captura desde 2026-07-11 00-55-28.png"/>
          <p:cNvPicPr>
            <a:picLocks noChangeAspect="1"/>
          </p:cNvPicPr>
          <p:nvPr/>
        </p:nvPicPr>
        <p:blipFill>
          <a:blip r:embed="rId3"/>
          <a:srcRect l="10646" r="10646"/>
          <a:stretch/>
        </p:blipFill>
        <p:spPr>
          <a:xfrm>
            <a:off x="685800" y="1691640"/>
            <a:ext cx="658368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965960"/>
            <a:ext cx="3749040" cy="1051560"/>
          </a:xfrm>
          <a:prstGeom prst="roundRect">
            <a:avLst>
              <a:gd name="adj" fmla="val 4348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0" y="2075688"/>
            <a:ext cx="34747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nginx -t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nginx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333756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99832" y="348386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799832" y="3776472"/>
            <a:ext cx="34198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Debe aparecer el mensaje de sintaxis correcta: nginx: configuration file ... test is successful. Después se reinicia el servicio para aplicar los cambios.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4: Abrir Departamento de Ingenierías con Nginx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Se prueba la primera ruta pública y se verifica que cargue el sistema correcto.</a:t>
            </a:r>
            <a:endParaRPr lang="en-US" sz="1250" dirty="0"/>
          </a:p>
        </p:txBody>
      </p:sp>
      <p:pic>
        <p:nvPicPr>
          <p:cNvPr id="7" name="Image 0" descr="/mnt/data/imgen_extract/imgen/Captura desde 2026-07-11 01-19-56.png"/>
          <p:cNvPicPr>
            <a:picLocks noChangeAspect="1"/>
          </p:cNvPicPr>
          <p:nvPr/>
        </p:nvPicPr>
        <p:blipFill>
          <a:blip r:embed="rId3"/>
          <a:srcRect l="7631" r="7631"/>
          <a:stretch/>
        </p:blipFill>
        <p:spPr>
          <a:xfrm>
            <a:off x="685800" y="1691640"/>
            <a:ext cx="731520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965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912" y="211226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URL de prueba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39912" y="240487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http://itfcomalapa.duckdns.org/departamento/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315468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330098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Evidencia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39912" y="3593592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La pantalla muestra el login del sistema Departamento de Ingenierías. Esto indica que la petición sí llegó a la aplicación del puerto interno 8081.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5: Abrir Residencias con Nginx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Se prueba la segunda ruta pública y se confirma que carga la aplicación de residencias.</a:t>
            </a:r>
            <a:endParaRPr lang="en-US" sz="1250" dirty="0"/>
          </a:p>
        </p:txBody>
      </p:sp>
      <p:pic>
        <p:nvPicPr>
          <p:cNvPr id="7" name="Image 0" descr="/mnt/data/imgen_extract/imgen/Captura desde 2026-07-11 00-34-16.png"/>
          <p:cNvPicPr>
            <a:picLocks noChangeAspect="1"/>
          </p:cNvPicPr>
          <p:nvPr/>
        </p:nvPicPr>
        <p:blipFill>
          <a:blip r:embed="rId3"/>
          <a:srcRect l="-3447" t="4148" r="1740"/>
          <a:stretch/>
        </p:blipFill>
        <p:spPr>
          <a:xfrm>
            <a:off x="-270588" y="1866122"/>
            <a:ext cx="8780106" cy="403175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965960"/>
            <a:ext cx="3337560" cy="868680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912" y="211226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URL de prueba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39912" y="2404872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http://itfcomalapa.duckdns.org/residencias/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3154680"/>
            <a:ext cx="3337560" cy="164592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330098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Evidencia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39912" y="3593592"/>
            <a:ext cx="30083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La pantalla muestra la selección del periodo académico del sistema de Residencias. Con esto se comprueba la ruta /residencias/ hacia el puerto interno 8082.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6: Comprobar el dominio público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Se valida que Duck DNS apunte el subdominio a la IP pública de la VPS.</a:t>
            </a:r>
            <a:endParaRPr lang="en-US" sz="1250" dirty="0"/>
          </a:p>
        </p:txBody>
      </p:sp>
      <p:pic>
        <p:nvPicPr>
          <p:cNvPr id="7" name="Image 0" descr="/mnt/data/imgen_extract/imgen/Captura desde 2026-07-11 01-09-21.png"/>
          <p:cNvPicPr>
            <a:picLocks noChangeAspect="1"/>
          </p:cNvPicPr>
          <p:nvPr/>
        </p:nvPicPr>
        <p:blipFill>
          <a:blip r:embed="rId3"/>
          <a:srcRect l="7631" t="5435" r="7631"/>
          <a:stretch/>
        </p:blipFill>
        <p:spPr>
          <a:xfrm>
            <a:off x="685800" y="1920240"/>
            <a:ext cx="731520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92024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39912" y="206654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Dato revisado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39912" y="2359152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Subdominio: itfcomalapa.duckdns.org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IP pública: 34.29.170.18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3383280"/>
            <a:ext cx="3337560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39912" y="3529584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Resultado esperado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39912" y="3822192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Al escribir el dominio en el navegador, Nginx recibe la petición y la manda a la aplicación según la ruta solicitada.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86868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E5C"/>
                </a:solidFill>
              </a:rPr>
              <a:t>Ejercicio 7: Registrar error encontrado y corrección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29844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Durante la práctica se encontró un 404 por redirección y se ajustó la ruta pública.</a:t>
            </a:r>
            <a:endParaRPr lang="en-US" sz="1250" dirty="0"/>
          </a:p>
        </p:txBody>
      </p:sp>
      <p:pic>
        <p:nvPicPr>
          <p:cNvPr id="7" name="Image 0" descr="/mnt/data/imgen_extract/imgen/Captura desde 2026-07-11 01-12-05.png"/>
          <p:cNvPicPr>
            <a:picLocks noChangeAspect="1"/>
          </p:cNvPicPr>
          <p:nvPr/>
        </p:nvPicPr>
        <p:blipFill>
          <a:blip r:embed="rId3"/>
          <a:srcRect l="11213" r="11213"/>
          <a:stretch/>
        </p:blipFill>
        <p:spPr>
          <a:xfrm>
            <a:off x="685800" y="1783080"/>
            <a:ext cx="5532120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0" y="1874520"/>
            <a:ext cx="461772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39712" y="202082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Problema observado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39712" y="2313432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Al entrar a una ruta, la aplicación intentaba redirigir a /login sin conservar el prefijo público. Por eso apareció el error 404 de Nginx.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3611880"/>
            <a:ext cx="461772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39712" y="3758184"/>
            <a:ext cx="4288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F8A"/>
                </a:solidFill>
              </a:rPr>
              <a:t>Corrección aplicada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39712" y="4050792"/>
            <a:ext cx="4288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Se agregaron directivas proxy_redirect para que la aplicación conservara la ruta /departamento/ antes de llegar al login.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FINAL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E5C"/>
                </a:solidFill>
              </a:rPr>
              <a:t>Después de las pruebas, las dos aplicaciones quedaron accesibles desde un mismo dominio y con rutas separadas.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0332720" cy="50292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7" name="Text 5"/>
          <p:cNvSpPr/>
          <p:nvPr/>
        </p:nvSpPr>
        <p:spPr>
          <a:xfrm>
            <a:off x="1143000" y="2148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Aplicación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60520" y="214884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URL pública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15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Departamento de Ingenierías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60520" y="27157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http://itfcomalapa.duckdns.org/departamento/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10332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Residencias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340156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http://itfcomalapa.duckdns.org/residencias/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1024128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Nginx queda funcionando como reverse proxy porque recibe las solicitudes por el puerto 80 y las envía al servicio interno que corresponde. De esta forma se ocultan los puertos reales de cada aplicación y se deja un acceso más claro para el usuario.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FED5079-1325-ED19-9C67-163AB8E3AFB5}"/>
              </a:ext>
            </a:extLst>
          </p:cNvPr>
          <p:cNvSpPr txBox="1"/>
          <p:nvPr/>
        </p:nvSpPr>
        <p:spPr>
          <a:xfrm>
            <a:off x="2295331" y="1868068"/>
            <a:ext cx="61022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Aptos Display" pitchFamily="34" charset="0"/>
              </a:rPr>
              <a:t>Anexo link de git hub con las </a:t>
            </a:r>
            <a:r>
              <a:rPr lang="en-US" b="1" dirty="0" err="1">
                <a:latin typeface="Aptos Display" pitchFamily="34" charset="0"/>
              </a:rPr>
              <a:t>actividades</a:t>
            </a:r>
            <a:r>
              <a:rPr lang="en-US" b="1" dirty="0">
                <a:latin typeface="Aptos Display" pitchFamily="34" charset="0"/>
              </a:rPr>
              <a:t> </a:t>
            </a:r>
            <a:r>
              <a:rPr lang="en-US" b="1" dirty="0" err="1">
                <a:latin typeface="Aptos Display" pitchFamily="34" charset="0"/>
              </a:rPr>
              <a:t>correspondientes</a:t>
            </a:r>
            <a:r>
              <a:rPr lang="en-US" b="1" dirty="0">
                <a:latin typeface="Aptos Display" pitchFamily="34" charset="0"/>
              </a:rPr>
              <a:t>:</a:t>
            </a:r>
          </a:p>
          <a:p>
            <a:pPr marL="0" indent="0">
              <a:buNone/>
            </a:pPr>
            <a:r>
              <a:rPr lang="en-US" sz="1800" dirty="0"/>
              <a:t>https://github.com/eddiCastS/Topicos-de-programacion-web.git</a:t>
            </a:r>
          </a:p>
        </p:txBody>
      </p:sp>
    </p:spTree>
    <p:extLst>
      <p:ext uri="{BB962C8B-B14F-4D97-AF65-F5344CB8AC3E}">
        <p14:creationId xmlns:p14="http://schemas.microsoft.com/office/powerpoint/2010/main" val="1183390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11887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27080" y="109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2480" y="2404872"/>
            <a:ext cx="10607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293B"/>
                </a:solidFill>
              </a:rPr>
              <a:t>Al finalizar el banco de ejercicios se comprobó que las dos aplicaciones quedaron funcionando por medio de Nginx. La aplicación Departamento de Ingenierías se pudo abrir desde la ruta /departamento/ y la aplicación de Residencias desde /residencias/. También se revisó la configuración del archivo mis-apps, la prueba de sintaxis de Nginx, el reinicio del servicio y el uso del dominio público con Duck DNS. Con estas evidencias se puede observar que el reverse proxy cumple su función, ya que recibe las peticiones externas y las dirige a los puertos internos sin que el usuario tenga que escribirlos en el navegador. Esta práctica permitió entender mejor cómo publicar varias aplicaciones en una misma VPS de forma más ordenada.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494690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" y="523951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73952" y="4946904"/>
            <a:ext cx="4608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73952" y="5239512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E8E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6583680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1063</Words>
  <Application>Microsoft Office PowerPoint</Application>
  <PresentationFormat>Panorámica</PresentationFormat>
  <Paragraphs>103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 Display</vt:lpstr>
      <vt:lpstr>Arial</vt:lpstr>
      <vt:lpstr>Consolas</vt:lpstr>
      <vt:lpstr>Trebuchet MS</vt:lpstr>
      <vt:lpstr>Wingdings 3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ITF Comalapa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ejercicios - Nginx Reverse Proxy</dc:title>
  <dc:subject>Banco de ejercicios Nginx reverse proxy</dc:subject>
  <dc:creator>Eddi Uriel Castillo Sánchez</dc:creator>
  <cp:lastModifiedBy>eddi castillo</cp:lastModifiedBy>
  <cp:revision>2</cp:revision>
  <dcterms:created xsi:type="dcterms:W3CDTF">2026-07-12T05:48:37Z</dcterms:created>
  <dcterms:modified xsi:type="dcterms:W3CDTF">2026-07-12T12:04:20Z</dcterms:modified>
</cp:coreProperties>
</file>